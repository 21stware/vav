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7AAF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AA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 ·  Ops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ops review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2A2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 led shipped revenue. Restock focus for AMER and EMEA.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373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 ·  12 min  ·  Three slides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we’re blocked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A2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card — the agent edits the same .pptx on disk.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242427"/>
          </a:solidFill>
          <a:ln/>
          <a:effectLst>
            <a:outerShdw sx="100000" sy="100000" kx="0" ky="0" algn="bl" rotWithShape="0" blurRad="152400" dist="25400" dir="16200000">
              <a:srgbClr val="141416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828800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E8817C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8288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" y="2331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 restock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96112" y="3200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A2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WIDGET-A × 200 still pending warehouse confirm.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242427"/>
          </a:solidFill>
          <a:ln/>
          <a:effectLst>
            <a:outerShdw sx="100000" sy="100000" kx="0" ky="0" algn="bl" rotWithShape="0" blurRad="152400" dist="25400" dir="16200000">
              <a:srgbClr val="141416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1828800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D8AC62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8288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5152" y="2331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EMEA WIDGET-C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45152" y="3200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A2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 — expedite this week or drop from the Q3 target.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242427"/>
          </a:solidFill>
          <a:ln/>
          <a:effectLst>
            <a:outerShdw sx="100000" sy="100000" kx="0" ky="0" algn="bl" rotWithShape="0" blurRad="152400" dist="25400" dir="16200000">
              <a:srgbClr val="141416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94192" y="1828800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B7AAF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8288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Hygiene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94192" y="2331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Cancelled noise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A2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 WIDGET-B is cancelled. Keep it out of fulfillment totals.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7 days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242427"/>
          </a:solidFill>
          <a:ln w="12700">
            <a:solidFill>
              <a:srgbClr val="3A3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627632"/>
            <a:ext cx="402336" cy="402336"/>
          </a:xfrm>
          <a:prstGeom prst="ellipse">
            <a:avLst/>
          </a:prstGeom>
          <a:solidFill>
            <a:srgbClr val="B7AAF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27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57276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AMER WIDGET-A with warehouse — or cut the line.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242427"/>
          </a:solidFill>
          <a:ln w="12700">
            <a:solidFill>
              <a:srgbClr val="3A3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724912"/>
            <a:ext cx="402336" cy="402336"/>
          </a:xfrm>
          <a:prstGeom prst="ellipse">
            <a:avLst/>
          </a:prstGeom>
          <a:solidFill>
            <a:srgbClr val="B7AAF3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724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267004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EMEA: expedite 22 units, else drop WIDGET-C from the target.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56616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242427"/>
          </a:solidFill>
          <a:ln w="12700">
            <a:solidFill>
              <a:srgbClr val="3A3A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822192"/>
            <a:ext cx="402336" cy="402336"/>
          </a:xfrm>
          <a:prstGeom prst="ellipse">
            <a:avLst/>
          </a:prstGeom>
          <a:solidFill>
            <a:srgbClr val="B7AAF3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376732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the region × SKU sheet without cancelled rows.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466344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242427"/>
          </a:solidFill>
          <a:ln w="12700">
            <a:solidFill>
              <a:srgbClr val="3A3A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919472"/>
            <a:ext cx="402336" cy="402336"/>
          </a:xfrm>
          <a:prstGeom prst="ellipse">
            <a:avLst/>
          </a:prstGeom>
          <a:solidFill>
            <a:srgbClr val="B7AAF3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486460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FEF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PDF for stand-up; deck stays the source of truth.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ops review</dc:title>
  <dc:subject>Marketing sample deck</dc:subject>
  <dc:creator>VAV</dc:creator>
  <cp:lastModifiedBy>VAV</cp:lastModifiedBy>
  <cp:revision>1</cp:revision>
  <dcterms:created xsi:type="dcterms:W3CDTF">2026-08-17T15:52:22Z</dcterms:created>
  <dcterms:modified xsi:type="dcterms:W3CDTF">2026-08-17T15:52:22Z</dcterms:modified>
</cp:coreProperties>
</file>