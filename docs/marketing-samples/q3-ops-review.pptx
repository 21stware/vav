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ops review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 led shipped revenue · restock focus for AMER / EMEA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 shipped ~$31k across WIDGET-A/B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Pending: AMER WIDGET-A (200) · EMEA WIDGET-C (22)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cancelled AMER WIDGET-B — exclude from fulfillment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vav next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workbook beside the deck — select a region, ask for a restock list, export a PDF brief.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ops review</dc:title>
  <dc:subject>PptxGenJS Presentation</dc:subject>
  <dc:creator>vav</dc:creator>
  <cp:lastModifiedBy>vav</cp:lastModifiedBy>
  <cp:revision>1</cp:revision>
  <dcterms:created xsi:type="dcterms:W3CDTF">2026-08-05T15:23:58Z</dcterms:created>
  <dcterms:modified xsi:type="dcterms:W3CDTF">2026-08-05T15:23:58Z</dcterms:modified>
</cp:coreProperties>
</file>